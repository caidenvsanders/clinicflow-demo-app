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Admin 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02B"/>
                </a:solidFill>
              </a:rPr>
              <a:t>Healthcare Appointment Scheduling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21792" y="2011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Sprint 2: Database Implementation &amp; UI-Based System Validation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" y="2880360"/>
            <a:ext cx="521208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2724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</a:rPr>
              <a:t>Team: Caiden Sanders, Vsevolod Kovalev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</a:rPr>
              <a:t>Goal: prove data integrity, CRUD behavior, edge-case handling, and advanced query support.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0" y="1005840"/>
            <a:ext cx="3474720" cy="3474720"/>
          </a:xfrm>
          <a:prstGeom prst="arc">
            <a:avLst/>
          </a:prstGeom>
          <a:noFill/>
          <a:ln w="762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Sprint 2 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Implement the healthcare scheduling database in SQL.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Enforce primary keys, foreign keys, NOT NULL, UNIQUE, CHECK, and delete/update rules.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Demonstrate CRUD workflows and advanced JOIN queries through a live UI.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Show realistic failure handling for duplicate data, invalid references, unsafe deletes, and scheduling conflicts.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Kanban Board Walkthrough</a:t>
            </a:r>
            <a:endParaRPr lang="en-US" sz="2700" dirty="0"/>
          </a:p>
        </p:txBody>
      </p:sp>
      <p:pic>
        <p:nvPicPr>
          <p:cNvPr id="4" name="Image 0" descr="artifacts/screenshots/06-kanb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43000"/>
            <a:ext cx="1083564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0533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Kanban board summarizes planned, in-progress, and completed Sprint 2 work for the video walkthrough.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Database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Core entities: USER, PATIENT, PROVIDER, DEPARTMENT, APPOINTMENT_STATUS, APPOINTMENT, PROVIDER_AVAILABILITY, APPOINTMENT_AUDIT_LOG.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USER stores shared account data; PATIENT and PROVIDER store role-specific data.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APPOINTMENT links patient, provider, department, and status through foreign keys.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Audit history and provider availability are separated to prevent update anomalies.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Constraints and Business Rules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UNIQUE constraints protect natural identifiers like email and license number.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CHECK constraints enforce valid roles, gender values, day names, and time ordering.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ON DELETE CASCADE removes dependent patient records where appropriate.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ON DELETE RESTRICT blocks unsafe provider or department deletion when appointments or providers depend on them.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Normalization Validation</a:t>
            </a:r>
            <a:endParaRPr lang="en-US" sz="2700" dirty="0"/>
          </a:p>
        </p:txBody>
      </p:sp>
      <p:pic>
        <p:nvPicPr>
          <p:cNvPr id="4" name="Image 0" descr="artifacts/screenshots/05-normaliz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43000"/>
            <a:ext cx="1083564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0533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Functional dependencies and 1NF through 5NF analysis are presented directly in the UI.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Live Admin Dashboard</a:t>
            </a:r>
            <a:endParaRPr lang="en-US" sz="2700" dirty="0"/>
          </a:p>
        </p:txBody>
      </p:sp>
      <p:pic>
        <p:nvPicPr>
          <p:cNvPr id="4" name="Image 0" descr="artifacts/screenshots/0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43000"/>
            <a:ext cx="1083564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0533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dashboard reads from PostgreSQL and summarizes counts, schedule rows, integrity status, and audit activity.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CRUD Demonstration</a:t>
            </a:r>
            <a:endParaRPr lang="en-US" sz="2700" dirty="0"/>
          </a:p>
        </p:txBody>
      </p:sp>
      <p:pic>
        <p:nvPicPr>
          <p:cNvPr id="4" name="Image 0" descr="artifacts/screenshots/02-crud-appoint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43000"/>
            <a:ext cx="1083564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0533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CRUD workbench supports create, update, delete, and retrieve operations against the report schema.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Advanced Retrieval Queries</a:t>
            </a:r>
            <a:endParaRPr lang="en-US" sz="2700" dirty="0"/>
          </a:p>
        </p:txBody>
      </p:sp>
      <p:pic>
        <p:nvPicPr>
          <p:cNvPr id="4" name="Image 0" descr="artifacts/screenshots/03-query-explor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43000"/>
            <a:ext cx="1083564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0533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Query Explorer documents each scenario, SQL statement, JOIN/GROUP BY reasoning, and live output.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Edge-Case Handling</a:t>
            </a:r>
            <a:endParaRPr lang="en-US" sz="2700" dirty="0"/>
          </a:p>
        </p:txBody>
      </p:sp>
      <p:pic>
        <p:nvPicPr>
          <p:cNvPr id="4" name="Image 0" descr="artifacts/screenshots/04-edge-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43000"/>
            <a:ext cx="1083564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0533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UI shows the user action, expected handling, and database response when a rule is violated.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Sprint Review &amp; Retrospective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Outcome: the database and UI demonstrate report-exact schema behavior with live PostgreSQL.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What worked: separating report SQL, API routes, and UI sections made the demo easy to navigate.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Improvement: Sprint 3 can add authentication, calendar views, patient/provider portals, and more robust concurrency tests.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Risk reduced: edge cases are now visible instead of only described in the report.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</a:rPr>
              <a:t>Conclusion and Sprint 3 Plan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Sprint 2 validates database integrity, normalization, CRUD operations, and advanced retrieval queries.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The UI is ready for a structured demo video with live interactions.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Sprint 3 should refine the user experience, add role-based workflows, and harden scheduling operations for production use.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5202B"/>
                </a:solidFill>
              </a:rPr>
              <a:t>Final deliverables: Sprint Report, demo video, and GitHub repository link.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6437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Healthcare Appointment Scheduling System | Sprint 2 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Washington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Appointment Scheduling System</dc:title>
  <dc:subject>Sprint 2 Database Implementation and UI-Based System Validation</dc:subject>
  <dc:creator>Healthcare Database Team</dc:creator>
  <cp:lastModifiedBy>Healthcare Database Team</cp:lastModifiedBy>
  <cp:revision>1</cp:revision>
  <dcterms:created xsi:type="dcterms:W3CDTF">2026-04-21T10:37:38Z</dcterms:created>
  <dcterms:modified xsi:type="dcterms:W3CDTF">2026-04-21T10:37:38Z</dcterms:modified>
</cp:coreProperties>
</file>